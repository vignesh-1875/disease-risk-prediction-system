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75" r:id="rId2"/>
    <p:sldId id="388" r:id="rId3"/>
    <p:sldId id="390" r:id="rId4"/>
    <p:sldId id="366" r:id="rId5"/>
    <p:sldId id="30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590" autoAdjust="0"/>
  </p:normalViewPr>
  <p:slideViewPr>
    <p:cSldViewPr>
      <p:cViewPr varScale="1">
        <p:scale>
          <a:sx n="80" d="100"/>
          <a:sy n="80" d="100"/>
        </p:scale>
        <p:origin x="178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72FC0-3A6E-4FDF-98C7-05D53ADA3185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5A7B-879F-45B5-9291-0F55AE53DB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1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44B48-72A2-4A15-9A9B-0DA2BF7C6B02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38FA3-189B-4AA8-9E46-1FED810FB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16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39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4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D94B3-44B9-44B7-85A7-F056FA607D46}" type="datetime3">
              <a:rPr lang="en-US" smtClean="0"/>
              <a:t>6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8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6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4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A365F-315E-4D26-B736-3944439F5E09}" type="datetime3">
              <a:rPr lang="en-US" smtClean="0"/>
              <a:t>6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9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1E7AE-CF1A-4AE7-BD2C-F950D278A3DB}" type="datetime3">
              <a:rPr lang="en-US" smtClean="0"/>
              <a:t>6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0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D51F8-804C-441D-85CA-D64DC6F78406}" type="datetime3">
              <a:rPr lang="en-US" smtClean="0"/>
              <a:t>6 October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4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CCDB-4457-4C48-985F-BD1C33DF88D2}" type="datetime3">
              <a:rPr lang="en-US" smtClean="0"/>
              <a:t>6 October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1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AF7E-7813-4879-8B55-5575B0080D39}" type="datetime3">
              <a:rPr lang="en-US" smtClean="0"/>
              <a:t>6 October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8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94D0-F97F-48E4-A142-9DA614267486}" type="datetime3">
              <a:rPr lang="en-US" smtClean="0"/>
              <a:t>6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A9B2-FBCA-4233-9590-C0754509BDB5}" type="datetime3">
              <a:rPr lang="en-US" smtClean="0"/>
              <a:t>6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6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10C5-081D-4FA6-9B78-BB56BEB475DD}" type="datetime3">
              <a:rPr lang="en-US" smtClean="0"/>
              <a:t>6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4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60AF-72BE-4445-B200-736511B20555}" type="datetime3">
              <a:rPr lang="en-US" smtClean="0"/>
              <a:t>6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61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10B6530B-5C68-4965-B8A9-8C18D26903BD}" type="datetime3">
              <a:rPr lang="en-US" smtClean="0"/>
              <a:t>6 October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School of Computing - 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C0EC1BDC-9B67-430D-970A-E36C7517514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D4881-3C1B-4E10-8E47-87CE42F43D14}" type="datetime3">
              <a:rPr lang="en-US" smtClean="0"/>
              <a:t>6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8940" y="177143"/>
            <a:ext cx="8610600" cy="655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98940" y="1219200"/>
            <a:ext cx="8610600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31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5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571500" y="449944"/>
            <a:ext cx="7772400" cy="3505199"/>
          </a:xfrm>
        </p:spPr>
        <p:txBody>
          <a:bodyPr>
            <a:normAutofit/>
          </a:bodyPr>
          <a:lstStyle/>
          <a:p>
            <a:br>
              <a:rPr lang="en-IN" sz="2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</a:br>
            <a:br>
              <a:rPr lang="en-IN" sz="24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</a:br>
            <a:endParaRPr lang="en-US" sz="24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1293627" y="3512438"/>
            <a:ext cx="6709143" cy="88540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Title</a:t>
            </a:r>
            <a:endParaRPr lang="en-US" sz="5700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>
            <a:outerShdw blurRad="50800" dist="50800" dir="5400000" algn="ctr" rotWithShape="0">
              <a:schemeClr val="bg1"/>
            </a:outerShdw>
          </a:effectLst>
        </p:spPr>
        <p:txBody>
          <a:bodyPr/>
          <a:lstStyle/>
          <a:p>
            <a:fld id="{264FFBAA-9A17-4F9A-B1BD-20F0F5B52AB6}" type="datetime3">
              <a:rPr lang="en-US" smtClean="0"/>
              <a:t>6 October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School of Computing -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1BDC-9B67-430D-970A-E36C7517514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C8031F-DC64-6DA7-5E1D-856D8119A1D3}"/>
              </a:ext>
            </a:extLst>
          </p:cNvPr>
          <p:cNvSpPr txBox="1"/>
          <p:nvPr/>
        </p:nvSpPr>
        <p:spPr>
          <a:xfrm>
            <a:off x="342898" y="2245640"/>
            <a:ext cx="861059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DEPARTMENT OF COMPUTER SCIENCE AND ENGINEERING</a:t>
            </a:r>
          </a:p>
          <a:p>
            <a:pPr algn="ctr"/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dirty="0"/>
              <a:t>Professional Training I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431E86DB-7CEA-B3DC-1DF2-33457A550B1A}"/>
              </a:ext>
            </a:extLst>
          </p:cNvPr>
          <p:cNvSpPr txBox="1">
            <a:spLocks/>
          </p:cNvSpPr>
          <p:nvPr/>
        </p:nvSpPr>
        <p:spPr>
          <a:xfrm>
            <a:off x="457200" y="4901084"/>
            <a:ext cx="8381999" cy="1487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>
                <a:solidFill>
                  <a:schemeClr val="tx1"/>
                </a:solidFill>
              </a:rPr>
              <a:t>PROJECT STUDENT                                                  GUIDE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52" y="319093"/>
            <a:ext cx="8496301" cy="2043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993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Certificate</a:t>
            </a:r>
          </a:p>
          <a:p>
            <a:r>
              <a:rPr lang="en-US" dirty="0"/>
              <a:t>Abstract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Objective</a:t>
            </a:r>
          </a:p>
          <a:p>
            <a:r>
              <a:rPr lang="en-US" dirty="0"/>
              <a:t>System Architecture / Ideation Map</a:t>
            </a:r>
          </a:p>
          <a:p>
            <a:r>
              <a:rPr lang="en-US" dirty="0"/>
              <a:t>Module Implementation</a:t>
            </a:r>
          </a:p>
          <a:p>
            <a:r>
              <a:rPr lang="en-US" dirty="0"/>
              <a:t>Results and Discussions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References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75DB-6D13-480B-AC77-F5019BDC5287}" type="datetime3">
              <a:rPr lang="en-US" smtClean="0"/>
              <a:t>6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99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59F68-BEA2-7D83-83CC-DB2FA3DB8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COURSE CERTIFICATE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B7C33-DB32-8A92-0FB9-94A237F8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B38E7-C314-D639-6C8E-0B5C6D517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59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A3D9-5B38-A267-7691-582DAE68A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309EE-F211-8F10-9087-6FE726000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1].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Adesemoye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A. O. &amp;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Kloepper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J. W. Plant–microbes interactions in enhanced fertilizer-user efficiency. Applied Microbiology and Biotechnology 85, 1–12 (2009).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27FE9-29DA-0E49-B4DE-4727923C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0431B-9CC5-946D-2E4D-E25A5A48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43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THANK</a:t>
            </a:r>
            <a:r>
              <a:rPr lang="en-IN" dirty="0"/>
              <a:t> </a:t>
            </a:r>
            <a:r>
              <a:rPr lang="en-IN" sz="3600" dirty="0"/>
              <a:t>YOU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A9F4-4DB3-4EF1-A315-68E41BB689F2}" type="datetime3">
              <a:rPr lang="en-US" smtClean="0"/>
              <a:t>6 October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 -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690336"/>
            <a:ext cx="79189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800" dirty="0"/>
              <a:t>We thank God, Our Department, Guide, Panel Members, Supportive Professors and all Technical and non Technical staff who helped us in our Project.</a:t>
            </a:r>
          </a:p>
        </p:txBody>
      </p:sp>
    </p:spTree>
    <p:extLst>
      <p:ext uri="{BB962C8B-B14F-4D97-AF65-F5344CB8AC3E}">
        <p14:creationId xmlns:p14="http://schemas.microsoft.com/office/powerpoint/2010/main" val="111132939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6230</TotalTime>
  <Words>125</Words>
  <Application>Microsoft Office PowerPoint</Application>
  <PresentationFormat>On-screen Show (4:3)</PresentationFormat>
  <Paragraphs>36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Custom Design</vt:lpstr>
      <vt:lpstr>  </vt:lpstr>
      <vt:lpstr>AGENDA</vt:lpstr>
      <vt:lpstr>COURSE CERTIFICATE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Mangairkarasi Subbiah</cp:lastModifiedBy>
  <cp:revision>118</cp:revision>
  <dcterms:created xsi:type="dcterms:W3CDTF">2019-11-06T07:48:53Z</dcterms:created>
  <dcterms:modified xsi:type="dcterms:W3CDTF">2026-10-06T16:03:35Z</dcterms:modified>
</cp:coreProperties>
</file>